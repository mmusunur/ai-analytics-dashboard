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Analytics Dashboard</a:t>
            </a:r>
          </a:p>
          <a:p>
            <a:pPr algn="ctr">
              <a:spcBef>
                <a:spcPts val="1200"/>
              </a:spcBef>
              <a:defRPr sz="2000">
                <a:solidFill>
                  <a:srgbClr val="A78BFA"/>
                </a:solidFill>
              </a:defRPr>
            </a:pPr>
            <a:r>
              <a:t>Autonomous Agent Platform — Architecture &amp; End-to-End Workflow</a:t>
            </a:r>
          </a:p>
          <a:p>
            <a:pPr algn="ctr"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React + FastAPI + MCP Agents + Plane 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AgenticOps AI · AI Analytics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End-to-End Autonomous Workflow</a:t>
            </a:r>
          </a:p>
          <a:p>
            <a:pPr>
              <a:spcBef>
                <a:spcPts val="800"/>
              </a:spcBef>
              <a:defRPr sz="1600">
                <a:solidFill>
                  <a:srgbClr val="A78BFA"/>
                </a:solidFill>
              </a:defRPr>
            </a:pPr>
            <a:r>
              <a:t>From Plane task to Done — zero manual steps after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A78BFA"/>
                </a:solidFill>
              </a:rPr>
              <a:t>1. Pickup  </a:t>
            </a:r>
            <a:r>
              <a:rPr sz="1400">
                <a:solidFill>
                  <a:srgbClr val="E2E8F0"/>
                </a:solidFill>
              </a:rPr>
              <a:t>Sprint Watcher polls Plane → moves task to In Progress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A78BFA"/>
                </a:solidFill>
              </a:rPr>
              <a:t>2. Build  </a:t>
            </a:r>
            <a:r>
              <a:rPr sz="1400">
                <a:solidFill>
                  <a:srgbClr val="E2E8F0"/>
                </a:solidFill>
              </a:rPr>
              <a:t>Builder Agent implements code (NLP intent → React/FastAPI changes)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A78BFA"/>
                </a:solidFill>
              </a:rPr>
              <a:t>3. Test  </a:t>
            </a:r>
            <a:r>
              <a:rPr sz="1400">
                <a:solidFill>
                  <a:srgbClr val="E2E8F0"/>
                </a:solidFill>
              </a:rPr>
              <a:t>Tester Agent runs unit + browser + sprint acceptance cases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A78BFA"/>
                </a:solidFill>
              </a:rPr>
              <a:t>4. Close  </a:t>
            </a:r>
            <a:r>
              <a:rPr sz="1400">
                <a:solidFill>
                  <a:srgbClr val="E2E8F0"/>
                </a:solidFill>
              </a:rPr>
              <a:t>Plane Agent marks task Completed when quality gate passes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A78BFA"/>
                </a:solidFill>
              </a:rPr>
              <a:t>5. Git Push  </a:t>
            </a:r>
            <a:r>
              <a:rPr sz="1400">
                <a:solidFill>
                  <a:srgbClr val="E2E8F0"/>
                </a:solidFill>
              </a:rPr>
              <a:t>Git Agent commits meaningful file changes only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A78BFA"/>
                </a:solidFill>
              </a:rPr>
              <a:t>6. Done  </a:t>
            </a:r>
            <a:r>
              <a:rPr sz="1400">
                <a:solidFill>
                  <a:srgbClr val="E2E8F0"/>
                </a:solidFill>
              </a:rPr>
              <a:t>UI pipeline tracker + Task Queue show ✓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D399"/>
                </a:solidFill>
              </a:defRPr>
            </a:pPr>
            <a:r>
              <a:t>Human creates task in Plane (To Do once)  →  Agent handles everything else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AgenticOps AI · AI Analytics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Quality Gates &amp; Smart Test Modes</a:t>
            </a:r>
          </a:p>
          <a:p>
            <a:pPr>
              <a:spcBef>
                <a:spcPts val="800"/>
              </a:spcBef>
              <a:defRPr sz="1600">
                <a:solidFill>
                  <a:srgbClr val="A78BFA"/>
                </a:solidFill>
              </a:defRPr>
            </a:pPr>
            <a:r>
              <a:t>Task 37 — no step skipping; fast verify-close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5394960" cy="219456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35608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7C3AED"/>
                </a:solidFill>
              </a:defRPr>
            </a:pPr>
            <a:r>
              <a:t>Mandatory Gates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Build must pass before Test runs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Test failure → return to Build (not Close)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Checkmarks only when step actually passed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Auto-retry — no manual To Do moves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394960" cy="219456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35608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4D399"/>
                </a:solidFill>
              </a:defRPr>
            </a:pPr>
            <a:r>
              <a:t>Smart Performance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Full tests after code change (~5–15 min)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Fast verify-close: smoke + sprint cases (~1 min)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Active poll: 15s · Idle poll: 30s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Test heartbeat visible in Sprint Board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11064240" cy="210312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858767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BBF24"/>
                </a:solidFill>
              </a:defRPr>
            </a:pPr>
            <a:r>
              <a:t>Live Telemetry (memory/agent_state.json)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pipeline.phase · progress_pct · test_subphase · completed_steps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task_queue: pending / active / completed / failed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agent_working flag — UI pauses polling only during Build (file edits)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AgenticOps AI · AI Analytics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FastAPI Backend</a:t>
            </a:r>
          </a:p>
          <a:p>
            <a:pPr>
              <a:spcBef>
                <a:spcPts val="800"/>
              </a:spcBef>
              <a:defRPr sz="1600">
                <a:solidFill>
                  <a:srgbClr val="A78BFA"/>
                </a:solidFill>
              </a:defRPr>
            </a:pPr>
            <a:r>
              <a:t>Python 3.10 · backend/main.py · OpenAPI at /docs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457200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Core Routers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/api/data — CSV/Excel upload, DB queries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/api/analytics — AI Copilot (no-date NL search)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/api/charts — bar, scatter, KPI aggregates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/api/warehouse/statistics — filtered table + pagination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/api/sprints — Plane tasks, agent status, watcher control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/api/mcp — MCP server registry &amp; health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/api/agents/status — pipeline + task queue telemetry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/api/health — uptime probe for tests &amp; monitor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80160"/>
            <a:ext cx="5394960" cy="457200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389888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7C3AED"/>
                </a:solidFill>
              </a:defRPr>
            </a:pPr>
            <a:r>
              <a:t>Design Highlights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CORS enabled for Vite frontend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Dual search: Global Header (date+DB+whse) vs Copilot (no date)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Parameter propagation: oerdte, target_db, oewhse → all widgets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Sprint API caches Plane responses (rate-limit safe)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Warehouse service: live DB + local seed fallback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Serves Agent Monitor UI with live JSON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AgenticOps AI · AI Analytics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Model Context Protocol (MCP)</a:t>
            </a:r>
          </a:p>
          <a:p>
            <a:pPr>
              <a:spcBef>
                <a:spcPts val="800"/>
              </a:spcBef>
              <a:defRPr sz="1600">
                <a:solidFill>
                  <a:srgbClr val="A78BFA"/>
                </a:solidFill>
              </a:defRPr>
            </a:pPr>
            <a:r>
              <a:t>Standardized tool bridge — agents/mcp_client.py + mcp_config.json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5394960" cy="214884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35608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A78BFA"/>
                </a:solidFill>
              </a:defRPr>
            </a:pPr>
            <a:r>
              <a:t>Plane MCP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Tools: list_tasks · update_task_status · add_comment · list_projects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Used by: Sprint Watcher, Plane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394960" cy="214884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35608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4D399"/>
                </a:solidFill>
              </a:defRPr>
            </a:pPr>
            <a:r>
              <a:t>GitHub MCP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Tools: git_commit · git_push · get_meaningful_changed_files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Used by: Git Agent after task close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5394960" cy="214884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767328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A78BFA"/>
                </a:solidFill>
              </a:defRPr>
            </a:pPr>
            <a:r>
              <a:t>Memory MCP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Tools: load_state · set_pipeline_status · get_task_queue · log_task_result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Used by: All agents +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657600"/>
            <a:ext cx="5394960" cy="214884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3767328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4D399"/>
                </a:solidFill>
              </a:defRPr>
            </a:pPr>
            <a:r>
              <a:t>Browser MCP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Tools: run_unit_tests · run_browser_tests · run_sprint_task_tests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Used by: Tester Agent quality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MCP decouples agents from integrations — swap Plane/GitHub/test backends without changing UI or watcher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AgenticOps AI · AI Analytics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Flow — Dashboard to Database</a:t>
            </a:r>
          </a:p>
          <a:p>
            <a:pPr>
              <a:spcBef>
                <a:spcPts val="800"/>
              </a:spcBef>
              <a:defRPr sz="1600">
                <a:solidFill>
                  <a:srgbClr val="A78BFA"/>
                </a:solidFill>
              </a:defRPr>
            </a:pPr>
            <a:r>
              <a:t>Single-warehouse filtering · dual search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Global Header Submit → oerdte + target_db + oewhse → /api/charts/* + /api/warehouse/statistics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AI Copilot Ask → POST /api/analytics/ai-copilot with oerdte='' (all dates, NL intent)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KPI cards, bar chart, scatter plot, warehouse table refresh from same filter context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When warehouse selected: charts show ONLY that facility (Task 27 rule)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Frontend polls /api/agents/status for pipeline progress (10s interval, pauses on Build 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AgenticOps AI · AI Analytics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Summary</a:t>
            </a:r>
          </a:p>
          <a:p>
            <a:pPr algn="l">
              <a:spcBef>
                <a:spcPts val="1400"/>
              </a:spcBef>
              <a:defRPr sz="1500">
                <a:solidFill>
                  <a:srgbClr val="E2E8F0"/>
                </a:solidFill>
              </a:defRPr>
            </a:pPr>
            <a:r>
              <a:t>✓  Autonomous 6-step pipeline: Plane → Build → Test → Close → Git → Done</a:t>
            </a:r>
          </a:p>
          <a:p>
            <a:pPr algn="l">
              <a:spcBef>
                <a:spcPts val="1400"/>
              </a:spcBef>
              <a:defRPr sz="1500">
                <a:solidFill>
                  <a:srgbClr val="E2E8F0"/>
                </a:solidFill>
              </a:defRPr>
            </a:pPr>
            <a:r>
              <a:t>✓  FastAPI powers analytics, warehouse data, and agent telemetry APIs</a:t>
            </a:r>
          </a:p>
          <a:p>
            <a:pPr algn="l">
              <a:spcBef>
                <a:spcPts val="1400"/>
              </a:spcBef>
              <a:defRPr sz="1500">
                <a:solidFill>
                  <a:srgbClr val="E2E8F0"/>
                </a:solidFill>
              </a:defRPr>
            </a:pPr>
            <a:r>
              <a:t>✓  MCP connects agents to Plane, Git, memory state, and Playwright tests</a:t>
            </a:r>
          </a:p>
          <a:p>
            <a:pPr algn="l">
              <a:spcBef>
                <a:spcPts val="1400"/>
              </a:spcBef>
              <a:defRPr sz="1500">
                <a:solidFill>
                  <a:srgbClr val="E2E8F0"/>
                </a:solidFill>
              </a:defRPr>
            </a:pPr>
            <a:r>
              <a:t>✓  Smart fast/full test modes keep quality high while closing tasks quickly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Questions? · See tasks.md &amp; /docs for full specification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