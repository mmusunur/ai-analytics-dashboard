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AgenticOps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MCP-Driven Autonomous Enterprise Platform</a:t>
            </a:r>
          </a:p>
          <a:p>
            <a:pPr>
              <a:defRPr sz="1800"/>
            </a:pPr>
            <a:r>
              <a:t>FastAPI + React + Autonomous Agent Fleet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Executive Dashboard with KPI cards &amp; charts</a:t>
            </a:r>
          </a:p>
          <a:p>
            <a:pPr>
              <a:defRPr sz="1800"/>
            </a:pPr>
            <a:r>
              <a:t>• Warehouse PostgreSQL analytics</a:t>
            </a:r>
          </a:p>
          <a:p>
            <a:pPr>
              <a:defRPr sz="1800"/>
            </a:pPr>
            <a:r>
              <a:t>• AI Data Copilot (date-agnostic NLP)</a:t>
            </a:r>
          </a:p>
          <a:p>
            <a:pPr>
              <a:defRPr sz="1800"/>
            </a:pPr>
            <a:r>
              <a:t>• Plane Sprint Board integration</a:t>
            </a:r>
          </a:p>
          <a:p>
            <a:pPr>
              <a:defRPr sz="1800"/>
            </a:pPr>
            <a:r>
              <a:t>• 6-stage autonomous task pipeline</a:t>
            </a:r>
          </a:p>
          <a:p>
            <a:pPr>
              <a:defRPr sz="1800"/>
            </a:pPr>
            <a:r>
              <a:t>• Live Agent Monitor UI (/agents) &amp; Sprint Monitor (/sprints)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Agent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Orchestrator • Builder • Tester • Sprint Watcher</a:t>
            </a:r>
          </a:p>
          <a:p>
            <a:pPr>
              <a:defRPr sz="1800"/>
            </a:pPr>
            <a:r>
              <a:t>Git Agent • Plane Agent • Memory Manager</a:t>
            </a:r>
          </a:p>
          <a:p>
            <a:pPr>
              <a:defRPr sz="1800"/>
            </a:pPr>
            <a:r>
              <a:t>(LLM assignments in README — preserved unchanged)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Sprint Auto-Pickup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Add task in Plane → To Do / Unstarted / Triaged</a:t>
            </a:r>
          </a:p>
          <a:p>
            <a:pPr>
              <a:defRPr sz="1800"/>
            </a:pPr>
            <a:r>
              <a:t>→ Sprint Watcher picks up automatically</a:t>
            </a:r>
          </a:p>
          <a:p>
            <a:pPr>
              <a:defRPr sz="1800"/>
            </a:pPr>
            <a:r>
              <a:t>→ Builder → Tester → Close → Git</a:t>
            </a:r>
          </a:p>
          <a:p>
            <a:pPr>
              <a:defRPr sz="1800"/>
            </a:pPr>
            <a:r>
              <a:t>→ Fail: returned to To 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Live Monitor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Agent Monitor /agents — refresh 4s</a:t>
            </a:r>
          </a:p>
          <a:p>
            <a:pPr>
              <a:defRPr sz="1800"/>
            </a:pPr>
            <a:r>
              <a:t>Sprint Monitor /sprints — tasks 12s, pipeline 4s</a:t>
            </a:r>
          </a:p>
          <a:p>
            <a:pPr>
              <a:defRPr sz="1800"/>
            </a:pPr>
            <a:r>
              <a:t>Last updated · countdown · Refresh Now</a:t>
            </a:r>
          </a:p>
          <a:p>
            <a:pPr>
              <a:defRPr sz="1800"/>
            </a:pPr>
            <a:r>
              <a:t>ACTIVE NOW badge on working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Application Uptime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Backend :8000 · Frontend :5173</a:t>
            </a:r>
          </a:p>
          <a:p>
            <a:pPr>
              <a:defRPr sz="1800"/>
            </a:pPr>
            <a:r>
              <a:t>start_all_services.bat / .sh</a:t>
            </a:r>
          </a:p>
          <a:p>
            <a:pPr>
              <a:defRPr sz="1800"/>
            </a:pPr>
            <a:r>
              <a:t>agent_watchdog.py · server_health.py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68 unit + 46 browser tests</a:t>
            </a:r>
          </a:p>
          <a:p>
            <a:pPr>
              <a:defRPr sz="1800"/>
            </a:pPr>
            <a:r>
              <a:t>Dynamic sprint cases → TEST_CASES.xlsx</a:t>
            </a:r>
          </a:p>
          <a:p>
            <a:pPr>
              <a:defRPr sz="1800"/>
            </a:pPr>
            <a:r>
              <a:t>python tests/generate_test_excel.py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README · tasks/*.md · docs/</a:t>
            </a:r>
          </a:p>
          <a:p>
            <a:pPr>
              <a:defRPr sz="1800"/>
            </a:pPr>
            <a:r>
              <a:t>PPTX + DOCX: python docs/sync_all_documentation.py</a:t>
            </a:r>
          </a:p>
          <a:p>
            <a:pPr>
              <a:defRPr sz="1800"/>
            </a:pPr>
            <a:r>
              <a:t>task_33_automatic_documentation_updates.md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scripts\start_all_services.bat</a:t>
            </a:r>
          </a:p>
          <a:p>
            <a:pPr>
              <a:defRPr sz="1800"/>
            </a:pPr>
            <a:r>
              <a:t>run_sprint_watcher.py --interval 60</a:t>
            </a:r>
          </a:p>
          <a:p>
            <a:pPr>
              <a:defRPr sz="1800"/>
            </a:pPr>
            <a:r>
              <a:t>http://localhost:5173/agents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